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8" r:id="rId2"/>
    <p:sldId id="279" r:id="rId3"/>
    <p:sldId id="28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8D3BB-A0C5-4E4A-AF0E-2628BA040FA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CE232-9D23-440A-BBC4-6EA9BD3A2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2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0013-087B-9CC8-F2BC-6076B64C9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138FB-D29D-9531-95D6-7133809A3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C53D5-9198-951D-FAA6-0D32677D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3A74B-A877-F335-889E-95229B4D2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218E9-AA4D-811C-E454-E2726DEF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B2E1-2A46-DEA8-217E-4F4215E5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8882C-403B-79C8-D633-8D82E74E2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14E6D-52E2-A238-302F-DD3D0C28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AFB3B-8F92-9925-E6E8-64156CC5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A16A-A6E4-C5AF-2E4E-2968ED98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5EEB-DD0F-4876-A074-5F550511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61D35-5D39-F017-A040-DBEA80E4B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E598-A65C-5E3A-90E3-4D6FD026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04E39-7012-F3E9-9AE7-F76177C4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81F3E-84EC-79B3-BF2D-26F3A3AD8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0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DC8B-2B39-47B1-032B-18278190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9E04-E0AC-DC02-4449-C856F3C59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4862A-344E-1449-48B5-926BFF0AD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01A14-EEAB-79C0-04E0-9966E0F7D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CF30E-3D0B-D8A6-3D8D-5F707E07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2A0E2-E725-93E4-699B-95E8EDE4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0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F3E4D-7CF8-339C-2C05-F816BF100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4E7A6-0C60-26C3-7B01-D4205DAD7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230BC-40A2-3CB8-2871-859E49F21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6A2BC-6475-BB77-E2EA-3F2992006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03368A-DF3F-E800-3D12-7C5B207678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39A744-61EB-EC72-2F40-6C95B318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917304-8035-E9A5-39E0-FD6FFF84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3C438-4AA5-760B-17EC-75AAB936F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2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F19D-5EBC-B1C1-FA09-29ED0A3EE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88BEFA-9F16-B214-808F-C725A4BF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318B3-7CBE-BB29-8F41-5BC83905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15748-BBFC-3137-46E1-EACD3BB2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02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FAFCD5-E5FD-F522-69C0-E65D3C46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A9A0B-4531-0C7E-8DEE-A7B896B1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C2299-BD45-D6B9-5787-E470C320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2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7944-BC15-28B0-F21D-DD1561565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73802-B1AD-A165-609C-8F4113C9F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E20DB-FBDF-D1B3-99B8-97A8A0537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BA2E9-D920-89CE-17E0-26880653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C198B-5656-5C89-9EF4-0E1D3F1A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071A9-C8C0-C372-1007-3D260366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6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4462-68EC-FD25-6538-6519765E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7F7A1-5564-D4C7-C726-745B92470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8E582-5670-BB42-4435-E4184DFAD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BD5F2-F6F2-4591-6231-025DF3CE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8C03F-CE1B-5764-EF38-72AF12D9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5AEAC-9B73-4B30-57FC-45AD7BBA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9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CF527-0D2F-85B9-8D08-E1F9C2AFE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1DACF-8975-834E-A3B8-97F2EBFD5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E801A-FB0F-6EDC-AFD5-C7E6D8E5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9D10C-DFA0-5765-1D24-EB258B58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5CFA5-ABDA-A639-2701-B2079C84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2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8CB91-8A1C-A97F-7F2C-854A3BE14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D36E0-EE1C-BE45-003C-7B20406F9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9F89A-202A-A0D0-7FBB-EB43E57A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FB80B-1273-BDC4-69F6-2CE9EF15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A11B-B5EB-8E49-75CE-09CC936EF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832D4B-4E54-00B6-2BB7-B07610E36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8703A-63AF-11A8-5A67-94EFFF9D3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0C6CB-7119-F2DD-0957-E053DB2EA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B6369-94C3-4DC1-9F17-733AA8F852AF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A68E1-AA66-7C3F-EA2D-786DBC5F3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48810-A470-5069-3506-760E5F0CC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F2CE1-15BC-4C17-AA92-F2EF2C996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8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Autofit/>
          </a:bodyPr>
          <a:lstStyle/>
          <a:p>
            <a:pPr algn="r"/>
            <a:r>
              <a:rPr lang="en-US" sz="4400" dirty="0">
                <a:effectLst/>
              </a:rPr>
              <a:t>פרויקט קורס פיתוח בפלטפורמת WEB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he-IL" sz="1600" b="1" dirty="0"/>
              <a:t>מגיש</a:t>
            </a:r>
            <a:r>
              <a:rPr lang="he-IL" sz="1600" dirty="0"/>
              <a:t>: עומר שוחט</a:t>
            </a:r>
          </a:p>
          <a:p>
            <a:pPr algn="l"/>
            <a:r>
              <a:rPr lang="en-US" sz="1600" b="1" dirty="0"/>
              <a:t>GitHub</a:t>
            </a:r>
            <a:r>
              <a:rPr lang="he-IL" sz="1600" dirty="0"/>
              <a:t>: </a:t>
            </a:r>
            <a:r>
              <a:rPr lang="en-US" sz="1600" dirty="0"/>
              <a:t>https://github.com/omershohat/AED-Emergency-Site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r"/>
            <a:r>
              <a:rPr lang="he-IL" sz="4000" dirty="0"/>
              <a:t>בעיות ידועות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lvl="0" indent="0" algn="r">
              <a:buNone/>
            </a:pPr>
            <a:r>
              <a:rPr lang="he-IL" sz="2400" dirty="0"/>
              <a:t>כשמעלים את האתר, מסדי הנתונים לא עולים. צריך לאפס אותם ואז הם עולים.</a:t>
            </a:r>
            <a:br>
              <a:rPr lang="en-US" sz="2400" dirty="0"/>
            </a:br>
            <a:r>
              <a:rPr lang="he-IL" sz="2400" dirty="0"/>
              <a:t>יש להריץ:</a:t>
            </a:r>
            <a:endParaRPr lang="en-US" sz="2400" dirty="0"/>
          </a:p>
          <a:p>
            <a:pPr marL="36900" lvl="0" indent="0">
              <a:buNone/>
            </a:pP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run seed </a:t>
            </a:r>
          </a:p>
          <a:p>
            <a:pPr marL="36900" lvl="0" indent="0">
              <a:buNone/>
            </a:pP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run dev</a:t>
            </a:r>
            <a:endParaRPr lang="he-IL" sz="2400" dirty="0">
              <a:effectLst/>
            </a:endParaRPr>
          </a:p>
          <a:p>
            <a:pPr marL="36900" lvl="0" indent="0" algn="r">
              <a:buNone/>
            </a:pPr>
            <a:endParaRPr lang="he-IL" dirty="0">
              <a:effectLst/>
            </a:endParaRPr>
          </a:p>
          <a:p>
            <a:pPr marL="36900" lvl="0" indent="0" algn="r">
              <a:buNone/>
            </a:pPr>
            <a:r>
              <a:rPr lang="he-IL" dirty="0">
                <a:effectLst/>
              </a:rPr>
              <a:t>בנוסף, לא הצלחתי להעלות את </a:t>
            </a:r>
            <a:r>
              <a:rPr lang="he-IL">
                <a:effectLst/>
              </a:rPr>
              <a:t>השרתים לענן.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762B-C592-C8D0-D5E5-4B51A988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ארכיטקטורת המערכת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BB499-25B6-26D9-7D4D-842A2DB59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Frontend (Web):</a:t>
            </a:r>
            <a:r>
              <a:rPr lang="he-IL" b="1" dirty="0"/>
              <a:t> קליינט בלבד, ללא מסדי נתונים </a:t>
            </a:r>
            <a:endParaRPr lang="en-US" b="1" dirty="0"/>
          </a:p>
          <a:p>
            <a:pPr lvl="1"/>
            <a:r>
              <a:rPr lang="en-US" dirty="0"/>
              <a:t>Next.js (App Router) &amp; Tailwind CSS, Leaflet (Port 3000)</a:t>
            </a:r>
          </a:p>
          <a:p>
            <a:r>
              <a:rPr lang="en-US" b="1" dirty="0"/>
              <a:t>2. API server (Identity):</a:t>
            </a:r>
            <a:r>
              <a:rPr lang="he-IL" b="1" dirty="0"/>
              <a:t>שרת ניהול המשתמשים וציוד </a:t>
            </a:r>
            <a:endParaRPr lang="en-US" b="1" dirty="0"/>
          </a:p>
          <a:p>
            <a:pPr lvl="1"/>
            <a:r>
              <a:rPr lang="en-US" dirty="0"/>
              <a:t>Node.js/Express, MySQL , JWT  (Port 4000)</a:t>
            </a:r>
          </a:p>
          <a:p>
            <a:r>
              <a:rPr lang="en-US" b="1" dirty="0"/>
              <a:t>3. Mesh Server (Dispatch):</a:t>
            </a:r>
            <a:r>
              <a:rPr lang="he-IL" b="1" dirty="0"/>
              <a:t>שרת ניהול הזנקות וכוננים בזמן אמת </a:t>
            </a:r>
            <a:endParaRPr lang="en-US" b="1" dirty="0"/>
          </a:p>
          <a:p>
            <a:pPr lvl="1"/>
            <a:r>
              <a:rPr lang="en-US" dirty="0"/>
              <a:t>Node.js/Express + </a:t>
            </a:r>
            <a:r>
              <a:rPr lang="en-US" dirty="0" err="1"/>
              <a:t>WebSockets</a:t>
            </a:r>
            <a:r>
              <a:rPr lang="en-US" dirty="0"/>
              <a:t> , MongoDB (Port 5000)</a:t>
            </a:r>
          </a:p>
        </p:txBody>
      </p:sp>
    </p:spTree>
    <p:extLst>
      <p:ext uri="{BB962C8B-B14F-4D97-AF65-F5344CB8AC3E}">
        <p14:creationId xmlns:p14="http://schemas.microsoft.com/office/powerpoint/2010/main" val="1756562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Widescreen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פרויקט קורס פיתוח בפלטפורמת WEB</vt:lpstr>
      <vt:lpstr>בעיות ידועות</vt:lpstr>
      <vt:lpstr>ארכיטקטורת המערכת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Omer Shohat</dc:creator>
  <cp:lastModifiedBy>Omer Shohat</cp:lastModifiedBy>
  <cp:revision>1</cp:revision>
  <dcterms:created xsi:type="dcterms:W3CDTF">2026-08-22T14:40:42Z</dcterms:created>
  <dcterms:modified xsi:type="dcterms:W3CDTF">2026-08-22T14:41:03Z</dcterms:modified>
</cp:coreProperties>
</file>